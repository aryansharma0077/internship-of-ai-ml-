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INTERNSHIP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Artificial Intelligence and Machine Learning</a:t>
            </a:r>
            <a:br/>
            <a:br/>
            <a:r>
              <a:t>ARYAN SHARMA | Roll No. 2410031485</a:t>
            </a:r>
            <a:br/>
            <a:r>
              <a:t>B.Tech CSE | IILM University, Greater Noida</a:t>
            </a:r>
            <a:br/>
            <a:r>
              <a:t>30-Day Virtual Internship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Domain: Artificial Intelligence and Machine Learning</a:t>
            </a:r>
          </a:p>
          <a:p>
            <a:pPr>
              <a:spcAft>
                <a:spcPts val="1200"/>
              </a:spcAft>
              <a:defRPr sz="2100"/>
            </a:pPr>
            <a:r>
              <a:t>Duration: 30 Days (Virtual)</a:t>
            </a:r>
          </a:p>
          <a:p>
            <a:pPr>
              <a:spcAft>
                <a:spcPts val="1200"/>
              </a:spcAft>
              <a:defRPr sz="2100"/>
            </a:pPr>
            <a:r>
              <a:t>Organization: KODACY</a:t>
            </a:r>
          </a:p>
          <a:p>
            <a:pPr>
              <a:spcAft>
                <a:spcPts val="1200"/>
              </a:spcAft>
              <a:defRPr sz="2100"/>
            </a:pPr>
            <a:r>
              <a:t>In association with: Scientific Platforms And Cosmic Explorations (SPACE)</a:t>
            </a:r>
          </a:p>
          <a:p>
            <a:pPr>
              <a:spcAft>
                <a:spcPts val="1200"/>
              </a:spcAft>
              <a:defRPr sz="2100"/>
            </a:pPr>
            <a:r>
              <a:t>Completion date: September 10,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Organization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internship certificate was issued by KODACY.</a:t>
            </a:r>
          </a:p>
          <a:p>
            <a:pPr>
              <a:spcAft>
                <a:spcPts val="1200"/>
              </a:spcAft>
              <a:defRPr sz="2100"/>
            </a:pPr>
            <a:r>
              <a:t>The program was conducted by KODACY in association with Scientific Platforms And Cosmic Explorations (SPACE).</a:t>
            </a:r>
          </a:p>
          <a:p>
            <a:pPr>
              <a:spcAft>
                <a:spcPts val="1200"/>
              </a:spcAft>
              <a:defRPr sz="2100"/>
            </a:pPr>
            <a:r>
              <a:t>The internship focused on Artificial Intelligence and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Gain structured exposure to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Develop understanding of the field through a 30-day virtual internship.</a:t>
            </a:r>
          </a:p>
          <a:p>
            <a:pPr>
              <a:spcAft>
                <a:spcPts val="1200"/>
              </a:spcAft>
              <a:defRPr sz="2100"/>
            </a:pPr>
            <a:r>
              <a:t>Connect academic learning with practical internship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Gain practical exposure to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Understand basic concepts and applications related to AI and ML.</a:t>
            </a:r>
          </a:p>
          <a:p>
            <a:pPr>
              <a:spcAft>
                <a:spcPts val="1200"/>
              </a:spcAft>
              <a:defRPr sz="2100"/>
            </a:pPr>
            <a:r>
              <a:t>Improve technical learning through a structured virtual internship.</a:t>
            </a:r>
          </a:p>
          <a:p>
            <a:pPr>
              <a:spcAft>
                <a:spcPts val="1200"/>
              </a:spcAft>
              <a:defRPr sz="2100"/>
            </a:pPr>
            <a:r>
              <a:t>Develop confidence in applying academic concepts to technology-oriented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Scope of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Learning and exposure in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Structured as a 30-day virtual internship program.</a:t>
            </a:r>
          </a:p>
          <a:p>
            <a:pPr>
              <a:spcAft>
                <a:spcPts val="1200"/>
              </a:spcAft>
              <a:defRPr sz="2100"/>
            </a:pPr>
            <a:r>
              <a:t>Scope is limited to information supported by the internship certificate and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Technologies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certificate confirms the internship domain as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The supplied certificate does not specify programming languages, software tools, libraries, datasets, or platforms.</a:t>
            </a:r>
          </a:p>
          <a:p>
            <a:pPr>
              <a:spcAft>
                <a:spcPts val="1200"/>
              </a:spcAft>
              <a:defRPr sz="2100"/>
            </a:pPr>
            <a:r>
              <a:t>Therefore, no specific tools are claimed in the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Completed as a 30-day virtual internship program.</a:t>
            </a:r>
          </a:p>
          <a:p>
            <a:pPr>
              <a:spcAft>
                <a:spcPts val="1200"/>
              </a:spcAft>
              <a:defRPr sz="2100"/>
            </a:pPr>
            <a:r>
              <a:t>Structured learning and internship exposure in the AI and ML domain.</a:t>
            </a:r>
          </a:p>
          <a:p>
            <a:pPr>
              <a:spcAft>
                <a:spcPts val="1200"/>
              </a:spcAft>
              <a:defRPr sz="2100"/>
            </a:pPr>
            <a:r>
              <a:t>Detailed task-wise activities are not stated on the supplied certificate.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Improved understanding of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Greater awareness of practical applications of AI and ML.</a:t>
            </a:r>
          </a:p>
          <a:p>
            <a:pPr>
              <a:spcAft>
                <a:spcPts val="1200"/>
              </a:spcAft>
              <a:defRPr sz="2100"/>
            </a:pPr>
            <a:r>
              <a:t>Development of technical learning and problem-solving skills.</a:t>
            </a:r>
          </a:p>
          <a:p>
            <a:pPr>
              <a:spcAft>
                <a:spcPts val="1200"/>
              </a:spcAft>
              <a:defRPr sz="2100"/>
            </a:pPr>
            <a:r>
              <a:t>Completion of a certified 30-day virtual internship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Certificate of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internship completion certificate is included as supporting evidence in the report.</a:t>
            </a:r>
          </a:p>
          <a:p>
            <a:pPr>
              <a:spcAft>
                <a:spcPts val="1200"/>
              </a:spcAft>
              <a:defRPr sz="2100"/>
            </a:pPr>
            <a:r>
              <a:t>It records completion of the 30-day virtual internship in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Date of completion: September 10,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30-day virtual internship provided structured exposure to Artificial Intelligence and Machine Learning.</a:t>
            </a:r>
          </a:p>
          <a:p>
            <a:pPr>
              <a:spcAft>
                <a:spcPts val="1200"/>
              </a:spcAft>
              <a:defRPr sz="2100"/>
            </a:pPr>
            <a:r>
              <a:t>It strengthened academic understanding and awareness of practical AI/ML applications.</a:t>
            </a:r>
          </a:p>
          <a:p>
            <a:pPr>
              <a:spcAft>
                <a:spcPts val="1200"/>
              </a:spcAft>
              <a:defRPr sz="2100"/>
            </a:pPr>
            <a:r>
              <a:t>The internship was successfully completed and certified.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ARYAN SHARMA</a:t>
            </a:r>
            <a:br/>
            <a:r>
              <a:t>Roll No. 2410031485</a:t>
            </a:r>
            <a:br/>
            <a:r>
              <a:t>IILM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